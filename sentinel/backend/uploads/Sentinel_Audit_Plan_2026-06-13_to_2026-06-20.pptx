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  <p:sldId id="258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13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09728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863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A9A9"/>
                </a:solidFill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b="1" sz="2400">
                <a:solidFill>
                  <a:srgbClr val="0F172A"/>
                </a:solidFill>
                <a:latin typeface="Inter"/>
              </a:defRPr>
            </a:pPr>
            <a:r>
              <a:t>Agile Ad-hoc Audit - Test Kickoff</a:t>
            </a:r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300">
                <a:solidFill>
                  <a:srgbClr val="64748B"/>
                </a:solidFill>
                <a:latin typeface="Inter"/>
              </a:defRPr>
            </a:pPr>
            <a:r>
              <a:t>Period: 2026-06-13 to 2026-06-20</a:t>
            </a:r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300">
                <a:solidFill>
                  <a:srgbClr val="64748B"/>
                </a:solidFill>
                <a:latin typeface="Inter"/>
              </a:defRPr>
            </a:pPr>
            <a:r>
              <a:t>Lead: Auditor A</a:t>
            </a:r>
          </a:p>
        </p:txBody>
      </p:sp>
      <p:pic>
        <p:nvPicPr>
          <p:cNvPr id="5" name="Picture 4" descr="ajalab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7382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Audit Scope &amp;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200">
                <a:solidFill>
                  <a:srgbClr val="334155"/>
                </a:solidFill>
                <a:latin typeface="Inter"/>
              </a:defRPr>
            </a:pPr>
            <a:r>
              <a:t>- Proc A</a:t>
            </a:r>
          </a:p>
        </p:txBody>
      </p:sp>
      <p:pic>
        <p:nvPicPr>
          <p:cNvPr id="4" name="Picture 3" descr="ajalab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7382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t>Proc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Inter"/>
              </a:defRPr>
            </a:pPr>
            <a:r>
              <a:t>• Control 1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Inter"/>
              </a:defRPr>
            </a:pPr>
            <a:r>
              <a:t>• Control 2</a:t>
            </a:r>
          </a:p>
        </p:txBody>
      </p:sp>
      <p:pic>
        <p:nvPicPr>
          <p:cNvPr id="4" name="Picture 3" descr="ajalab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738225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On-screen Show (16:9)</PresentationFormat>
  <Paragraphs>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Abinesh S</cp:lastModifiedBy>
  <cp:revision>2</cp:revision>
  <dcterms:created xsi:type="dcterms:W3CDTF">2026-06-08T05:11:50Z</dcterms:created>
  <dcterms:modified xsi:type="dcterms:W3CDTF">2026-06-12T11:36:27Z</dcterms:modified>
</cp:coreProperties>
</file>