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0972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863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BFF"/>
                </a:solidFill>
              </a:rPr>
              <a:t>SOX Compliance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Audit Period: Q3 2024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Lead: Sanyam J</a:t>
            </a:r>
            <a:endParaRPr lang="en-US" sz="1800" dirty="0"/>
          </a:p>
        </p:txBody>
      </p:sp>
      <p:pic>
        <p:nvPicPr>
          <p:cNvPr id="5" name="Picture 4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Audit Scope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Supply Chain Management: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 to Cash: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Taxation: N/A</a:t>
            </a:r>
            <a:endParaRPr lang="en-US" sz="1600" dirty="0"/>
          </a:p>
        </p:txBody>
      </p:sp>
      <p:pic>
        <p:nvPicPr>
          <p:cNvPr id="4" name="Picture 3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Process Area: Supply Chain Management - N/A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Control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Steps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Tested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annual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basis,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3rd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party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appointed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Controllership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(TMRW)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performs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wall-to-wall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count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inventory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present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3PL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locations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verify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stock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actual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stock 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annual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wall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wall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count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Director-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Director-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Controllership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bi-annual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basis,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3rd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party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appointed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Controllership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(Urbano)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performs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cycle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count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sample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inventory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sample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locations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verify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stock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actual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stock 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cycle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count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Director-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Director-Controllership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over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Insurance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raised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Lead-SCM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within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specified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insurance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policy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documents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Director-SCM. 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Lead-SCM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maintains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insurance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tracker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ensures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settlements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made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timely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fashion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Mismatch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case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invoice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does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match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price,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holds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materials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requests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Executive-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Sourcing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 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" name="Picture 4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revised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invoice.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performed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receipt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revised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invoice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SCM.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absence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receipt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revised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invoice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Sourcing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materials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(RTV)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within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defined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(turn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around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Mismatch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Quantity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Excess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receipt: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holds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materials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Executive-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Sourcing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amends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absence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excess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materials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(RTV).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executed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3PL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SCM 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Short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receipt: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3PL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Warehousing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performs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received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quantity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(as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invoice)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SCM.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Process Area: Order to Cash - N/A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Control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Steps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Tested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trade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agreed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customer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through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agreement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(where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applicable)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prepared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Lead-Growth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Category.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Customer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agreements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signed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CFO/CBO.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Associate-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prepares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provision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sales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Manager-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Controllership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accounting. 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Associate-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parks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provision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entries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ERP.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Manager-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provision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entry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Picture 6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Process Area: Taxation - N/A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Control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Steps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Tested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Input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Tax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Credit: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Input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Tax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eligible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inputs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prepared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Executive-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which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Taxation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Lead-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Controllership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finalisation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input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tax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claimed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8" name="Picture 7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 &amp;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Fieldwork Commencement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Draft Report Issuance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Management Response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Final Report Issuance</a:t>
            </a:r>
            <a:endParaRPr lang="en-US" sz="1800" dirty="0"/>
          </a:p>
        </p:txBody>
      </p:sp>
      <p:pic>
        <p:nvPicPr>
          <p:cNvPr id="4" name="Picture 3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2026-06-08T05:11:35Z</dcterms:created>
  <dcterms:modified xsi:type="dcterms:W3CDTF">2026-06-08T05:11:35Z</dcterms:modified>
</cp:coreProperties>
</file>