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Internal Audit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Audit Period: Q3 2024</a:t>
            </a:r>
          </a:p>
          <a:p>
            <a:r>
              <a:t>Manager: </a:t>
            </a:r>
          </a:p>
          <a:p/>
          <a:p>
            <a:r>
              <a:t>Scope:</a:t>
            </a:r>
          </a:p>
          <a:p>
            <a:r>
              <a:t>Supply Chain Management, Order to Cash, Taxation</a:t>
            </a:r>
          </a:p>
          <a:p/>
          <a:p>
            <a:r>
              <a:t>Top Risks:</a:t>
            </a:r>
          </a:p>
          <a:p>
            <a:r>
              <a:t>1. Execution Delays (Risk Score: 85)
2. Data Inconsistency (Risk Score: 78)
3. Compliance Breaches (Risk Score: 72)
4. System Failures (Risk Score: 65)
5. Fraudulent Transactions (Risk Score: 60)</a:t>
            </a:r>
          </a:p>
          <a:p/>
          <a:p>
            <a:r>
              <a:t>Processes:</a:t>
            </a:r>
          </a:p>
          <a:p>
            <a:r>
              <a:t>Supply Chain Management
Order to Cash
Taxation</a:t>
            </a:r>
          </a:p>
          <a:p/>
          <a:p>
            <a:r>
              <a:t>Key Controls:</a:t>
            </a:r>
          </a:p>
          <a:p>
            <a:r>
              <a:t>- Manual review of vendor contracts
- Automated invoice matching
- Segregation of duties in payroll
- Periodic reconciliation of accounts
- System-enforced approvals for 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