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2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23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17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863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A9A9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7BFF"/>
                </a:solidFill>
              </a:rPr>
              <a:t>Process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Audit Period: Q3 2024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Lead: Sanyam J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Audit Scope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Supply Chain Management: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Order to Cash: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Taxation: N/A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Next Steps &amp;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Fieldwork Commencement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Draft Report Issuance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Management Response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Final Report Issuance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On-screen Show 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Abinesh S</cp:lastModifiedBy>
  <cp:revision>2</cp:revision>
  <dcterms:created xsi:type="dcterms:W3CDTF">2026-06-08T05:11:44Z</dcterms:created>
  <dcterms:modified xsi:type="dcterms:W3CDTF">2026-06-12T11:35:43Z</dcterms:modified>
</cp:coreProperties>
</file>