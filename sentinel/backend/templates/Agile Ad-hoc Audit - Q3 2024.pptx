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3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BFF"/>
                </a:solidFill>
              </a:rPr>
              <a:t>Agile Ad-hoc Audit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Audit Period: Q3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Lead: Sanyam J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Supply Chain Management: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 to Cash: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Taxation: N/A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S</cp:lastModifiedBy>
  <cp:revision>2</cp:revision>
  <dcterms:created xsi:type="dcterms:W3CDTF">2026-06-08T05:11:50Z</dcterms:created>
  <dcterms:modified xsi:type="dcterms:W3CDTF">2026-06-12T11:36:27Z</dcterms:modified>
</cp:coreProperties>
</file>